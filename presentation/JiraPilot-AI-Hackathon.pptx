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>
        <p:scale>
          <a:sx n="55" d="100"/>
          <a:sy n="55" d="100"/>
        </p:scale>
        <p:origin x="109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Turn Jira issues into actionable investigations.</a:t>
            </a:r>
          </a:p>
          <a:p>
            <a:pPr>
              <a:defRPr sz="1400">
                <a:solidFill>
                  <a:srgbClr val="C4B5FD"/>
                </a:solidFill>
                <a:latin typeface="Segoe UI"/>
              </a:defRPr>
            </a:pPr>
            <a:r>
              <a:t>AI-powered ticket triage, log analysis and repository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1-jira-ticket-readines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62179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2-log-analysi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62179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3-repository-discovery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62179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4-jira-email-report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62179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05-end-to-end-workf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94484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Less repetitive triage. More time to solve.</a:t>
            </a:r>
          </a:p>
          <a:p>
            <a:pPr>
              <a:defRPr sz="1400">
                <a:solidFill>
                  <a:srgbClr val="C4B5FD"/>
                </a:solidFill>
                <a:latin typeface="Segoe UI"/>
              </a:defRPr>
            </a:pPr>
            <a:r>
              <a:t>JiraPilot AI — Your investigation copilot.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33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Shankaran</cp:lastModifiedBy>
  <cp:revision>3</cp:revision>
  <dcterms:created xsi:type="dcterms:W3CDTF">2013-01-27T09:14:16Z</dcterms:created>
  <dcterms:modified xsi:type="dcterms:W3CDTF">2026-10-10T07:27:55Z</dcterms:modified>
  <cp:category/>
</cp:coreProperties>
</file>