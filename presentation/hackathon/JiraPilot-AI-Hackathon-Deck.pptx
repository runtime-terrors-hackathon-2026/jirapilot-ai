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E16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AUTONOMOUS INCIDENT TRIAGE &amp; ROOT CAUSE PLATFORM</a:t>
            </a:r>
          </a:p>
          <a:p>
            <a:pPr algn="ctr">
              <a:spcBef>
                <a:spcPts val="1000"/>
              </a:spcBef>
              <a:defRPr sz="4600" b="1">
                <a:solidFill>
                  <a:srgbClr val="F8FAFC"/>
                </a:solidFill>
                <a:latin typeface="Segoe UI"/>
              </a:defRPr>
            </a:pPr>
            <a:r>
              <a:t>JiraPilot AI</a:t>
            </a:r>
          </a:p>
          <a:p>
            <a:pPr algn="ctr">
              <a:spcBef>
                <a:spcPts val="6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Turn Jira Issues into Actionable Investigations</a:t>
            </a:r>
          </a:p>
          <a:p>
            <a:pPr algn="ctr">
              <a:spcBef>
                <a:spcPts val="4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Your Autonomous Investigation Copilot</a:t>
            </a:r>
          </a:p>
          <a:p>
            <a:pPr algn="ctr">
              <a:spcBef>
                <a:spcPts val="1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JiraPilot AI helps software teams organize incoming issues, inspect log evidence,</a:t>
            </a:r>
            <a:br/>
            <a:r>
              <a:t>discover relevant repositories, and prepare clearer investigation updates automatically.</a:t>
            </a:r>
          </a:p>
          <a:p>
            <a:pPr algn="ctr">
              <a:spcBef>
                <a:spcPts val="2000"/>
              </a:spcBef>
              <a:defRPr sz="1100" b="1">
                <a:solidFill>
                  <a:srgbClr val="6366F1"/>
                </a:solidFill>
                <a:latin typeface="Segoe UI"/>
              </a:defRPr>
            </a:pPr>
            <a:r>
              <a:t>Built by Runtime Terrors  •  Hackathon 2026  •  Live Integration with Jira Cloud &amp; EmailJS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INVESTIGATION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When an issue arrives, where do developers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Missing Context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[UNPREPARED TICKETS]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Tickets arrive without critical reproduction details.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Missing API endpoints, HTTP verbs, and environments.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Developers must repeatedly ping reporters for missing logs.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Back-and-forth comments cause hours of initial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Scattered Logs</a:t>
            </a:r>
          </a:p>
          <a:p>
            <a:pPr>
              <a:defRPr sz="900" b="1">
                <a:solidFill>
                  <a:srgbClr val="EF4444"/>
                </a:solidFill>
                <a:latin typeface="Segoe UI"/>
              </a:defRPr>
            </a:pPr>
            <a:r>
              <a:t>[UNORGANIZED EVIDENCE]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Diagnostic evidence is fragmented across multiple server logs.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Files contain tens of thousands of lines of noise.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 standardized correlation between stack trace and ticket.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Manual keyword grep searches waste engineering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Complex Topologies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[OPAQUE ARCHITECTURE]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Single client errors mask deep multi-microservice cascades.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Developers manually trace HTTP 500/503 errors across hops.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Difficult to distinguish root failure from secondary symptoms.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Lack of clear, visual request journey 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4. Communication Drag</a:t>
            </a:r>
          </a:p>
          <a:p>
            <a:pPr>
              <a:defRPr sz="900" b="1">
                <a:solidFill>
                  <a:srgbClr val="37415F"/>
                </a:solidFill>
                <a:latin typeface="Segoe UI"/>
              </a:defRPr>
            </a:pPr>
            <a:r>
              <a:t>[MANUAL HANDOFFS]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Locating the right Git codebase requires tribal knowledge.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Writing diagnostic summaries for Jira is inconsistent.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On-call alerts lack immediate root cause hypotheses.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Junior engineers struggle to find where to begin debugging.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INDUSTRY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challenge is not just fixing the 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280160"/>
          </a:xfrm>
          <a:prstGeom prst="roundRect">
            <a:avLst/>
          </a:prstGeom>
          <a:solidFill>
            <a:srgbClr val="0E16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THE REPEATED MANUAL INVESTIGATION JOURNEY TODAY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Read Ticket  →  Ask for Details  →  Find Logs  →  Trace Error Across Services  →  Find Code  →  Share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30175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Frequent Context Switching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Engineers are pulled away from active feature sprints to triage unvalidated tickets.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Mental reset time after interrupted debugging impacts productivity.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Repetitive triage creates operational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383280" cy="30175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Inconsistent Diagnostic Handoffs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Different developers write different ticket comments.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Critical evidence like correlation IDs or log line references are lost.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Handoffs between time zones and shifts become high-friction.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3383280" cy="301752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Organize, Don't Replace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[HUMAN-IN-THE-LOOP]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JiraPilot AI does not attempt to write speculative production code.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It organizes evidence so engineers start debugging with full facts.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 engineering judgment remains in complete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PLATFORM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Meet JiraPilot AI: Your Autonomous Investigation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1. Ticket Readiness Engine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[AUTOMATED TRIAGE]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Deterministic 100-point scoring matrix.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Detects missing endpoints, environments, logs, and payloads.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Prepares polite clarification comments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2. Log Telemetry Parser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[EVIDENCE EXTRACTION]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Deterministic regex extraction of HTTP status, methods, endpoints.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Correlation ID and line-referenced evidence gathering.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Automatic credential and secret redaction before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3. Holographic API Flow Map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[TOPOLOGY MAP]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Interactive visual request path from Client to Response.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Instant visual failure node isolation (e.g. HTTP 503).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Synchronized request timeline and line-referenced log 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4. Repository Discovery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[CODE NAVIGATION]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Matches affected services against configured Git codebases.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Provides approved, copyable git clone commands.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Eliminates tribal knowledge search for repositories.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5. 7-Section Investigation Report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[STRUCTURED RCA]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Executive summary, failure points, and probable root causes.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Confidence ratings, evidence base, and developer action steps.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Reproduction cURL commands and test case blueprints.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6. Live Multi-Channel Handoff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[JIRA &amp; EMAILJS]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One-click automated structured comment posting to Jira Cloud.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Animated responsive HTML triage email dispatch via EmailJS.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Live webhook integration and centralized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From a Jira Issue to a Clearer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PATH A: Incomplete Ticket (&lt; 70 Readiness)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[CLARIFICATION WORKFLOW]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Ticket ingested via Jira Cloud webhook or sync.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Readiness Engine scores ticket across 6 criteria (e.g., Score: 10/100).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Status set to WAITING_FOR_INFORMATION.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System prepares polite clarification comment listing exactly what is needed (Endpoint, Logs, Payload).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Audit trail logged; developer is spared from manual context gathering.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When reporter provides logs or payload, system auto-resumes.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PATH B: Ready Ticket (≥ 70 Readiness)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[FULL ROOT CAUSE WORKFLOW]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Ingested ticket verified READY (Score: 100/100).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Log Analysis Engine parses raw telemetry &amp; decompresses attachments.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Extracts API endpoints, correlation IDs, timestamps, and stack traces.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Constructs Interactive API Flow Map isolating the exact failure node.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Matches relevant Git repository &amp; approved clone command.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Synthesizes 7-section structured RCA report.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Posts structured investigation comment to Jira Cloud &amp; dispatches EmailJS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DIAGNOSTIC READINESS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1: Start With the Right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Example: Ticket NOVA-1001</a:t>
            </a:r>
          </a:p>
          <a:p>
            <a:pPr>
              <a:defRPr sz="900" b="1">
                <a:solidFill>
                  <a:srgbClr val="EF4444"/>
                </a:solidFill>
                <a:latin typeface="Segoe UI"/>
              </a:defRPr>
            </a:pPr>
            <a:r>
              <a:t>[UNPREPARED INPUT]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Ticket Title: 'User provisioning fails intermittently'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Description: 'Users cannot complete signup flow. Please fix.'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Missing Fields Detected: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✗  API Endpoint &amp; HTTP verb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✗  Application Server 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✗  Sample Request Payload (JSON)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✗  Environment (Prod/Stage)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Initial Readiness Score: 10 / 100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Status: WAITING_FOR_INFORMATION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45920"/>
            <a:ext cx="329184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Readiness Checklist Matrix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[EVALUATION ENGINE]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Description: Verified (Summary present)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API Details: Checked against OpenAPI schemas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Server Logs: Validated format (.log, .txt, .gz)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Request Payload: Checked for valid JSON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Environment: Checked against known tiers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Error Pattern: Checked for exception keywords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Scoring weights are customizable via JiraPilot Policy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20040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Automated Clarification Comment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[AUTONOMOUS TRIAGE]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Generated for Jira Cloud: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'Hello! Our triage engine found a readiness score of 10/100. To initiate deep root cause investigation, please provide: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API Endpoint &amp; Method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Server 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Sample Payload (JSON)'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Once updated, JiraPilot automatically resumes triage.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LOG TELEMETRY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2: Turn Raw Logs Into Useful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05840"/>
          </a:xfrm>
          <a:prstGeom prst="roundRect">
            <a:avLst/>
          </a:prstGeom>
          <a:solidFill>
            <a:srgbClr val="0E16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THE FLIGHT RECORDER ANALOGY</a:t>
            </a:r>
          </a:p>
          <a:p>
            <a:pPr algn="ctr">
              <a:spcBef>
                <a:spcPts val="400"/>
              </a:spcBef>
              <a:defRPr sz="1300" i="1">
                <a:solidFill>
                  <a:srgbClr val="F8FAFC"/>
                </a:solidFill>
              </a:defRPr>
            </a:pPr>
            <a:r>
              <a:t>"Logs are like the flight recorder of software. JiraPilot AI extracts the critical telemetry without the noise."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329184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Raw Telemetry Input</a:t>
            </a:r>
          </a:p>
          <a:p>
            <a:pPr>
              <a:defRPr sz="900" b="1">
                <a:solidFill>
                  <a:srgbClr val="37415F"/>
                </a:solidFill>
                <a:latin typeface="Segoe UI"/>
              </a:defRPr>
            </a:pPr>
            <a:r>
              <a:t>[INPUT LOG]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10,000+ lines of application logs.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Contains debug lines, heartbeats, and stack traces.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Decompresses .gz and .log.gz files automatically.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Enforces safety policy limit (up to 50,000 lines).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926080"/>
            <a:ext cx="3383280" cy="329184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Extracted Telemetry Node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[ISOLATED FACTS]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Endpoint: POST /api/v1/resources/allocate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Status: HTTP 503 Service Unavailable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Correlation ID: CORR-DEMO-1001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Timestamp: 2026-10-10 10:24:32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Service: resource-inventory-service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Stack Frame: JpaResourceRepository.save():94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26080"/>
            <a:ext cx="3383280" cy="329184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Evidence vs Hypothesis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[EXACT EVIDENCE]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Observed Fact: HTTP 503 and SocketTimeoutException recorded on line 82.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Possible Cause Hypothesis: Downstream socket read timeout after 5000ms boundary breach.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Confidence Score: 88% (HIGH).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Always labeled as a hypothesis for developer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HOLOGRAPHIC TOPOLOGY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3: See Where the Request Journey Breaks 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Visual Request Topology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[INTERACTIVE MAP]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Interactive holographic canvas inspired by futuristic observability consoles.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Client Node: Initial ingress point with timestamp.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Trunk Path: API 1 (/auth/login) → API 2 (/user/profile).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Top Branch: Healthy service mesh (API 3 → API 5 → API 7).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Bottom Branch: Isolated failure point (API 4 → API 6 fallback).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Response Node: Final egress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Color-Coded Status Language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[INTUITIVE STATUS]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Cyan / Blue Nodes: Verified successful APIs (HTTP 200) supported by telemetry.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Red Glowing Hexagonal Node: Confirmed error evidence (HTTP 503) with pulsing aura.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Amber Indicators: Inferred dependencies or degraded timeout warnings.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Dashed Lines: Explicitly distinguished inferred architectural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Synchronized Investigation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[DEEP DIVE CONSOLE]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Click any node to open the Right Details Panel (Overview, Line Logs, Payload, Related).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Synchronized Request Timeline: 8-step sequence synchronized with node selection.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Zoom, Pan, Fit-to-View, and Holo FX toggles.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1-Click Accessible List View for keyboard &amp; screen-reader navigation.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CODE DISCOVERY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Feature 4: Move From Evidence to the Next Debugging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Repository Matcher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[GIT CODEBASE]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Matches extracted services against configured Git codebases.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Example: resource-inventory-service → https://github.com/northstar/resource-inventory-service.git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Generates approved, copyable git clone commands.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Eliminates guesswork about where the code lives.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Clearly notes: Matching a repository is a starting point, not proof of root cause.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7-Section Jira Comment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[JIRA CLOUD]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Posts structured comment to Jira Cloud: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1. Executive Summary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2. Failure Point &amp; Root Cause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3. Diagnostic Evidence Base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4. Recommended Remediation &amp; Fix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5. Developer Action Items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6. Reproduction cURL &amp; Postman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7. Approved Clone 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EmailJS Live Triage Alerts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[EMAILJS DISPATCH]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Dispatches responsive, dark-mode animated HTML triage emails.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Live pulsing radar beacon and telemetry breakdown matrix.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macOS-style terminal reproduction box.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Deep-link directly to JiraPilot incident workspace.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Verified live with EmailJS API (Service: service_1ooa8fh).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How We Built It: Scalable Micro-Architecture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React Frontend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[PORT 3000]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Framework: React 18 + TypeScript + Vite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Styling: Tailwind CSS design tokens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Visualization: Recharts + SVG Holographic Flow Canvas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State: React state + zero external bloat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Theme: Dark/Light mode support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Port: 3000 (Hot Reload)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Spring Boot Backend</a:t>
            </a:r>
          </a:p>
          <a:p>
            <a:pPr>
              <a:defRPr sz="900" b="1">
                <a:solidFill>
                  <a:srgbClr val="6366F1"/>
                </a:solidFill>
                <a:latin typeface="Segoe UI"/>
              </a:defRPr>
            </a:pPr>
            <a:r>
              <a:t>[PORT 8080]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Framework: Java 21 + Spring Boot 3.2.5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Database: H2 (Dev) / PostgreSQL (Prod) via JPA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Responsibilities: Workflow coordination, Jira Cloud client, EmailJS client, audit logging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Port: 8080 (Tomcat REST 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FastAPI AI Service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[PORT 8000]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Framework: Python 3.12 + FastAPI + Uvicorn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Log Engine: Regex telemetry parser &amp; evidence correlation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Repository Matcher: Service-to-Git mapping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AI Provider: Optional NVIDIA NIM LLM adapter with fallback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Port: 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4688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External Integrations</a:t>
            </a:r>
          </a:p>
          <a:p>
            <a:pPr>
              <a:defRPr sz="900" b="1">
                <a:solidFill>
                  <a:srgbClr val="37415F"/>
                </a:solidFill>
                <a:latin typeface="Segoe UI"/>
              </a:defRPr>
            </a:pPr>
            <a:r>
              <a:t>[INTEGRATIONS]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Atlassian Jira Cloud: REST API v3 (Comments, Webhooks, Sync)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EmailJS API: v1.0 REST API with browser-compatible headers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NVIDIA NIM: Optional Kimi-k3 / Nemotron LLM endpoint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Zero-Trust: Redacts secrets before any external dispatch.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Why JiraPilot AI Matters: Value, Differentiation, &amp; Honesty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Impact by Stakeholder</a:t>
            </a:r>
          </a:p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[MEASURABLE VALUE]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For Developers: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Less time spent checking tickets and grepping logs.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A clear starting point and copyable reproduction commands.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For Teams: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Consistent 7-section investigation summaries.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Faster onboarding and smoother shift handoffs.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For Organizations: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Standardized investigation workflows.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• Reduced MTTR (Mean Time to Resolution).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What Makes It Different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t>[KEY DIFFERENTIATOR]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Unified Pipeline: Connects ticket readiness, log parsing, topology visualization, repo discovery, and handoff in one tool.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Deterministic First: Core extraction relies on verified logs, not hallucinated AI guesses.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Human-in-the-Loop: Empowers engineers; does not attempt risky autonomous code edits.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Non-Invasive: Integrates with existing Jira Cloud and Git repositories.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E16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01168" rIns="228600" bIns="182880"/>
          <a:lstStyle/>
          <a:p>
            <a:pPr algn="ctr">
              <a:defRPr sz="1500" b="1">
                <a:solidFill>
                  <a:srgbClr val="F8FAFC"/>
                </a:solidFill>
                <a:latin typeface="Segoe UI"/>
              </a:defRPr>
            </a:pPr>
            <a:r>
              <a:t>Honest Limitations</a:t>
            </a:r>
          </a:p>
          <a:p>
            <a:pPr>
              <a:defRPr sz="900" b="1">
                <a:solidFill>
                  <a:srgbClr val="F59E0B"/>
                </a:solidFill>
                <a:latin typeface="Segoe UI"/>
              </a:defRPr>
            </a:pPr>
            <a:r>
              <a:t>[HONEST LIMITATIONS]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Incomplete Logs: Partial logs produce partial investigations.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AI Hypotheses: Suggested root causes must be verified by engineers.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Inferred Edges: If trace headers are missing, relationships are marked inferred.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 Auto-Fixing: Does not execute code or modify production configurations.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Requires Setup: Jira tokens and repo catalogs must be pre-configured.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0E162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THE BOTTOM LINE</a:t>
            </a:r>
          </a:p>
          <a:p>
            <a:pPr algn="ctr">
              <a:spcBef>
                <a:spcPts val="800"/>
              </a:spcBef>
              <a:defRPr sz="4000" b="1">
                <a:solidFill>
                  <a:srgbClr val="F8FAFC"/>
                </a:solidFill>
                <a:latin typeface="Segoe UI"/>
              </a:defRPr>
            </a:pPr>
            <a:r>
              <a:t>Less Repetitive Triage.</a:t>
            </a:r>
            <a:br/>
            <a:r>
              <a:t>More Time to Solve.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6366F1"/>
                </a:solidFill>
                <a:latin typeface="Segoe UI"/>
              </a:defRPr>
            </a:pPr>
            <a:r>
              <a:t>JiraPilot AI — Your Investigation Copilot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1. Organize the Issue   •   2. Understand the Evidence   •   3. Decide the Next Step with Confidence</a:t>
            </a:r>
          </a:p>
          <a:p>
            <a:pPr algn="ctr">
              <a:spcBef>
                <a:spcPts val="16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"Our goal is not to replace software engineers.</a:t>
            </a:r>
            <a:br/>
            <a:r>
              <a:t>It is to help them spend less time organizing an investigation and more time solving the problem."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Thank You!  • 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